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Open Sans Bold" charset="1" panose="00000000000000000000"/>
      <p:regular r:id="rId12"/>
    </p:embeddedFont>
    <p:embeddedFont>
      <p:font typeface="Open Sans" charset="1" panose="00000000000000000000"/>
      <p:regular r:id="rId13"/>
    </p:embeddedFont>
    <p:embeddedFont>
      <p:font typeface="Glacial Indifference Bold" charset="1" panose="00000800000000000000"/>
      <p:regular r:id="rId14"/>
    </p:embeddedFont>
    <p:embeddedFont>
      <p:font typeface="Poppins Bold" charset="1" panose="00000800000000000000"/>
      <p:regular r:id="rId15"/>
    </p:embeddedFont>
    <p:embeddedFont>
      <p:font typeface="Glacial Indifference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189493" y="6061845"/>
            <a:ext cx="9643088" cy="9643088"/>
            <a:chOff x="0" y="0"/>
            <a:chExt cx="3331210" cy="333121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412455" y="-509504"/>
            <a:ext cx="4329406" cy="4312494"/>
            <a:chOff x="0" y="0"/>
            <a:chExt cx="6502400" cy="647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38296" t="0" r="-3829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9342835">
            <a:off x="15977713" y="-2084736"/>
            <a:ext cx="6946663" cy="6946663"/>
            <a:chOff x="0" y="0"/>
            <a:chExt cx="3331210" cy="333121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5280122">
            <a:off x="12068316" y="5206428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556197" y="2875888"/>
            <a:ext cx="852589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556197" y="3557113"/>
            <a:ext cx="11686732" cy="10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6"/>
              </a:lnSpc>
            </a:pPr>
            <a:r>
              <a:rPr lang="en-US" sz="8016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{CampaignName}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6197" y="6953294"/>
            <a:ext cx="2695308" cy="145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53"/>
              </a:lnSpc>
            </a:pPr>
            <a:r>
              <a:rPr lang="en-US" b="true" sz="4181">
                <a:solidFill>
                  <a:srgbClr val="03989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{CampaignID}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6197" y="1895475"/>
            <a:ext cx="4185985" cy="58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337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{Company}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0593" y="7012350"/>
            <a:ext cx="2828749" cy="123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13"/>
              </a:lnSpc>
            </a:pPr>
            <a:r>
              <a:rPr lang="en-US" sz="3581">
                <a:solidFill>
                  <a:srgbClr val="03989E"/>
                </a:solidFill>
                <a:latin typeface="Open Sans"/>
                <a:ea typeface="Open Sans"/>
                <a:cs typeface="Open Sans"/>
                <a:sym typeface="Open Sans"/>
              </a:rPr>
              <a:t>{PerformanceID}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67519" y="-335302"/>
            <a:ext cx="12177482" cy="121774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280122">
            <a:off x="9547589" y="330935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0309" y="5943711"/>
            <a:ext cx="2437237" cy="2427717"/>
            <a:chOff x="0" y="0"/>
            <a:chExt cx="6502400" cy="647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44363" t="0" r="-4436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8559574">
            <a:off x="11443639" y="-3380549"/>
            <a:ext cx="6479390" cy="6479390"/>
            <a:chOff x="0" y="0"/>
            <a:chExt cx="3331210" cy="333121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0730607">
            <a:off x="12388598" y="-3132134"/>
            <a:ext cx="7201571" cy="7201571"/>
            <a:chOff x="0" y="0"/>
            <a:chExt cx="3331210" cy="333121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847737" y="9171528"/>
            <a:ext cx="2592345" cy="25923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015530" y="8735978"/>
            <a:ext cx="1503418" cy="150341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312976" y="6004429"/>
            <a:ext cx="2437237" cy="2427717"/>
            <a:chOff x="0" y="0"/>
            <a:chExt cx="6502400" cy="647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16514" t="0" r="-16514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78838" y="7060206"/>
            <a:ext cx="4898628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{Objective}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557909" y="2715783"/>
            <a:ext cx="2437237" cy="2427717"/>
            <a:chOff x="0" y="0"/>
            <a:chExt cx="6502400" cy="647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49647" t="0" r="22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105627" y="2715783"/>
            <a:ext cx="2437237" cy="2427717"/>
            <a:chOff x="0" y="0"/>
            <a:chExt cx="6502400" cy="647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7"/>
              <a:stretch>
                <a:fillRect l="-24597" t="0" r="-24597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2203771" y="5943711"/>
            <a:ext cx="2437237" cy="2427717"/>
            <a:chOff x="0" y="0"/>
            <a:chExt cx="6502400" cy="647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8"/>
              <a:stretch>
                <a:fillRect l="223" t="0" r="223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6584" y="993088"/>
            <a:ext cx="10164181" cy="121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5"/>
              </a:lnSpc>
            </a:pPr>
            <a:r>
              <a:rPr lang="en-US" sz="86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 Overview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91935" y="6289738"/>
            <a:ext cx="3196739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Ad Platform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91935" y="6999489"/>
            <a:ext cx="3196739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{AdPlatform}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78838" y="6350456"/>
            <a:ext cx="2455391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71490" y="3061811"/>
            <a:ext cx="3527823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Total Spend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19535" y="3061811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Period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19535" y="3723880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{StartDate} - {EndDate}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71490" y="3767979"/>
            <a:ext cx="510584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{Cost}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19535" y="4139178"/>
            <a:ext cx="4853967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({CampaignDurationDays} days)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1490" y="4139178"/>
            <a:ext cx="4526429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{SpendUsage}% of campaign spend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69633" y="6999489"/>
            <a:ext cx="4898628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{AdFormat}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069633" y="6289738"/>
            <a:ext cx="2455391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Ad Format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312890" y="-179448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72451" y="908552"/>
            <a:ext cx="12177482" cy="12177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4914075">
            <a:off x="-6131755" y="-1086732"/>
            <a:ext cx="9643088" cy="9643088"/>
            <a:chOff x="0" y="0"/>
            <a:chExt cx="3331210" cy="333121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5192124" y="-3013072"/>
            <a:ext cx="9643088" cy="9643088"/>
            <a:chOff x="0" y="0"/>
            <a:chExt cx="3331210" cy="3331210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26066" y="-3136897"/>
            <a:ext cx="6123867" cy="61238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24255" y="9258300"/>
            <a:ext cx="1742109" cy="17421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2469517" y="2912564"/>
            <a:ext cx="2437237" cy="2427717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32961" t="0" r="-3296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776693" y="2815515"/>
            <a:ext cx="2437237" cy="2427717"/>
            <a:chOff x="0" y="0"/>
            <a:chExt cx="6502400" cy="647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24597" t="0" r="-24597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078720" y="6119835"/>
            <a:ext cx="2437237" cy="2427717"/>
            <a:chOff x="0" y="0"/>
            <a:chExt cx="6502400" cy="647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6366" t="-6618" r="-7400" b="-7656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500160" y="1143000"/>
            <a:ext cx="9344583" cy="109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b="true" sz="8000" spc="2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Audience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1143" y="3258591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Gender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88876" y="3907624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{TargetGender}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8319" y="3161543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Age Group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8319" y="3823612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{TargetAgeGroup}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31360" y="6696890"/>
            <a:ext cx="4223153" cy="63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Interest (s)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31360" y="7441701"/>
            <a:ext cx="239136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{TargetInterests}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9965" y="-6717007"/>
            <a:ext cx="12177482" cy="121774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280122">
            <a:off x="8405702" y="-896313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0679818">
            <a:off x="8338698" y="-4665166"/>
            <a:ext cx="9643088" cy="9643088"/>
            <a:chOff x="0" y="0"/>
            <a:chExt cx="3331210" cy="333121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64401" y="318005"/>
            <a:ext cx="9739165" cy="27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 Performance Summary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10730607">
            <a:off x="10187557" y="-3792844"/>
            <a:ext cx="9643088" cy="9643088"/>
            <a:chOff x="0" y="0"/>
            <a:chExt cx="3331210" cy="333121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143158" y="8926033"/>
            <a:ext cx="2573650" cy="25736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97666" y="2178639"/>
            <a:ext cx="4105900" cy="60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13"/>
              </a:lnSpc>
            </a:pPr>
            <a:r>
              <a:rPr lang="en-US" b="true" sz="3581">
                <a:solidFill>
                  <a:srgbClr val="03989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({PerformanceID})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6325" y="4390659"/>
            <a:ext cx="5692198" cy="1279298"/>
            <a:chOff x="0" y="0"/>
            <a:chExt cx="7589597" cy="1705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76920"/>
              <a:ext cx="1927586" cy="1628810"/>
            </a:xfrm>
            <a:custGeom>
              <a:avLst/>
              <a:gdLst/>
              <a:ahLst/>
              <a:cxnLst/>
              <a:rect r="r" b="b" t="t" l="l"/>
              <a:pathLst>
                <a:path h="1628810" w="1927586">
                  <a:moveTo>
                    <a:pt x="0" y="0"/>
                  </a:moveTo>
                  <a:lnTo>
                    <a:pt x="1927586" y="0"/>
                  </a:lnTo>
                  <a:lnTo>
                    <a:pt x="1927586" y="1628810"/>
                  </a:lnTo>
                  <a:lnTo>
                    <a:pt x="0" y="1628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233696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Impressions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233696" y="869054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{Impressions}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6325" y="7035609"/>
            <a:ext cx="5692198" cy="1219929"/>
            <a:chOff x="0" y="0"/>
            <a:chExt cx="7589597" cy="16265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39626"/>
              <a:ext cx="1672671" cy="1586946"/>
            </a:xfrm>
            <a:custGeom>
              <a:avLst/>
              <a:gdLst/>
              <a:ahLst/>
              <a:cxnLst/>
              <a:rect r="r" b="b" t="t" l="l"/>
              <a:pathLst>
                <a:path h="1586946" w="1672671">
                  <a:moveTo>
                    <a:pt x="0" y="0"/>
                  </a:moveTo>
                  <a:lnTo>
                    <a:pt x="1672671" y="0"/>
                  </a:lnTo>
                  <a:lnTo>
                    <a:pt x="1672671" y="1586946"/>
                  </a:lnTo>
                  <a:lnTo>
                    <a:pt x="0" y="158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233696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233696" y="90560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RM {CPM}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75527" y="4390659"/>
            <a:ext cx="5452399" cy="1210617"/>
            <a:chOff x="0" y="0"/>
            <a:chExt cx="7269866" cy="16141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43094"/>
              <a:ext cx="1478454" cy="1471062"/>
            </a:xfrm>
            <a:custGeom>
              <a:avLst/>
              <a:gdLst/>
              <a:ahLst/>
              <a:cxnLst/>
              <a:rect r="r" b="b" t="t" l="l"/>
              <a:pathLst>
                <a:path h="1471062" w="1478454">
                  <a:moveTo>
                    <a:pt x="0" y="0"/>
                  </a:moveTo>
                  <a:lnTo>
                    <a:pt x="1478454" y="0"/>
                  </a:lnTo>
                  <a:lnTo>
                    <a:pt x="1478454" y="1471062"/>
                  </a:lnTo>
                  <a:lnTo>
                    <a:pt x="0" y="1471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819795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Clicks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13966" y="893189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{Clicks}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53721" y="7035609"/>
            <a:ext cx="5428164" cy="1166357"/>
            <a:chOff x="0" y="0"/>
            <a:chExt cx="7237552" cy="15551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59563"/>
              <a:ext cx="1609164" cy="1307446"/>
            </a:xfrm>
            <a:custGeom>
              <a:avLst/>
              <a:gdLst/>
              <a:ahLst/>
              <a:cxnLst/>
              <a:rect r="r" b="b" t="t" l="l"/>
              <a:pathLst>
                <a:path h="1307446" w="1609164">
                  <a:moveTo>
                    <a:pt x="0" y="0"/>
                  </a:moveTo>
                  <a:lnTo>
                    <a:pt x="1609164" y="0"/>
                  </a:lnTo>
                  <a:lnTo>
                    <a:pt x="1609164" y="1307446"/>
                  </a:lnTo>
                  <a:lnTo>
                    <a:pt x="0" y="130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868952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81652" y="83417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{CTR}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23737" y="7089181"/>
            <a:ext cx="5445088" cy="1256310"/>
            <a:chOff x="0" y="0"/>
            <a:chExt cx="7260117" cy="16750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88133"/>
              <a:ext cx="1672671" cy="1586946"/>
            </a:xfrm>
            <a:custGeom>
              <a:avLst/>
              <a:gdLst/>
              <a:ahLst/>
              <a:cxnLst/>
              <a:rect r="r" b="b" t="t" l="l"/>
              <a:pathLst>
                <a:path h="1586946" w="1672671">
                  <a:moveTo>
                    <a:pt x="0" y="0"/>
                  </a:moveTo>
                  <a:lnTo>
                    <a:pt x="1672671" y="0"/>
                  </a:lnTo>
                  <a:lnTo>
                    <a:pt x="1672671" y="1586946"/>
                  </a:lnTo>
                  <a:lnTo>
                    <a:pt x="0" y="158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904217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CPC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904217" y="83417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RM {CPC}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1213" y="-1363795"/>
            <a:ext cx="5114218" cy="5114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09284" y="1994700"/>
            <a:ext cx="12177482" cy="121774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88068" y="-155486"/>
            <a:ext cx="13824023" cy="138240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739156" y="-1539930"/>
            <a:ext cx="13824023" cy="138240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1406823" y="2244375"/>
            <a:ext cx="6279943" cy="6255412"/>
            <a:chOff x="0" y="0"/>
            <a:chExt cx="6502400" cy="647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31660" t="0" r="-17763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370299" y="7684039"/>
            <a:ext cx="3148521" cy="31485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758003" y="7684039"/>
            <a:ext cx="1206187" cy="120618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3533459"/>
            <a:ext cx="6490869" cy="369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10"/>
              </a:lnSpc>
            </a:pPr>
            <a:r>
              <a:rPr lang="en-US" b="true" sz="122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DAHHvrmNf6c</dc:identifier>
  <dcterms:modified xsi:type="dcterms:W3CDTF">2011-08-01T06:04:30Z</dcterms:modified>
  <cp:revision>1</cp:revision>
  <dc:title>Template Ads with labels</dc:title>
</cp:coreProperties>
</file>