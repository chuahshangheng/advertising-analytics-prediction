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3"/>
    </p:embeddedFont>
    <p:embeddedFont>
      <p:font typeface="Open Sans Bold" charset="1" panose="00000000000000000000"/>
      <p:regular r:id="rId14"/>
    </p:embeddedFont>
    <p:embeddedFont>
      <p:font typeface="Open Sans" charset="1" panose="00000000000000000000"/>
      <p:regular r:id="rId15"/>
    </p:embeddedFont>
    <p:embeddedFont>
      <p:font typeface="Glacial Indifference Bold" charset="1" panose="00000800000000000000"/>
      <p:regular r:id="rId16"/>
    </p:embeddedFont>
    <p:embeddedFont>
      <p:font typeface="Poppins Bold" charset="1" panose="00000800000000000000"/>
      <p:regular r:id="rId17"/>
    </p:embeddedFont>
    <p:embeddedFont>
      <p:font typeface="Glacial Indifference" charset="1" panose="000000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189493" y="6061845"/>
            <a:ext cx="9643088" cy="9643088"/>
            <a:chOff x="0" y="0"/>
            <a:chExt cx="3331210" cy="333121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412455" y="-509504"/>
            <a:ext cx="4329406" cy="4312494"/>
            <a:chOff x="0" y="0"/>
            <a:chExt cx="6502400" cy="647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38296" t="0" r="-38296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9342835">
            <a:off x="15977713" y="-2084736"/>
            <a:ext cx="6946663" cy="6946663"/>
            <a:chOff x="0" y="0"/>
            <a:chExt cx="3331210" cy="333121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5280122">
            <a:off x="12068316" y="5206428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556197" y="2875888"/>
            <a:ext cx="852589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556197" y="3557113"/>
            <a:ext cx="11686732" cy="10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6"/>
              </a:lnSpc>
            </a:pPr>
            <a:r>
              <a:rPr lang="en-US" sz="8016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{CampaignName}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6197" y="6953294"/>
            <a:ext cx="2695308" cy="145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53"/>
              </a:lnSpc>
            </a:pPr>
            <a:r>
              <a:rPr lang="en-US" b="true" sz="4181">
                <a:solidFill>
                  <a:srgbClr val="03989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{CampaignID}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6197" y="1895475"/>
            <a:ext cx="4185985" cy="58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</a:pPr>
            <a:r>
              <a:rPr lang="en-US" sz="337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{Company}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67519" y="-335302"/>
            <a:ext cx="12177482" cy="121774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929F">
                <a:alpha val="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280122">
            <a:off x="9547589" y="330935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6072" y="5943711"/>
            <a:ext cx="2437237" cy="2427717"/>
            <a:chOff x="0" y="0"/>
            <a:chExt cx="6502400" cy="647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4945" t="-3373" r="-4945" b="-7007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8559574">
            <a:off x="11443639" y="-3380549"/>
            <a:ext cx="6479390" cy="6479390"/>
            <a:chOff x="0" y="0"/>
            <a:chExt cx="3331210" cy="3331210"/>
          </a:xfrm>
        </p:grpSpPr>
        <p:sp>
          <p:nvSpPr>
            <p:cNvPr name="Freeform 10" id="10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CDCABB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10730607">
            <a:off x="12388598" y="-3132134"/>
            <a:ext cx="7201571" cy="7201571"/>
            <a:chOff x="0" y="0"/>
            <a:chExt cx="3331210" cy="3331210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847737" y="9171528"/>
            <a:ext cx="2592345" cy="259234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015530" y="8735978"/>
            <a:ext cx="1503418" cy="150341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78838" y="7060206"/>
            <a:ext cx="4898628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{AdPlatform}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557909" y="2715783"/>
            <a:ext cx="2437237" cy="2427717"/>
            <a:chOff x="0" y="0"/>
            <a:chExt cx="6502400" cy="647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49647" t="0" r="223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105627" y="2715783"/>
            <a:ext cx="2437237" cy="2427717"/>
            <a:chOff x="0" y="0"/>
            <a:chExt cx="6502400" cy="647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-24597" t="0" r="-24597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203771" y="5943711"/>
            <a:ext cx="2437237" cy="2427717"/>
            <a:chOff x="0" y="0"/>
            <a:chExt cx="6502400" cy="647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7"/>
              <a:stretch>
                <a:fillRect l="-16514" t="0" r="-16514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6312976" y="6004429"/>
            <a:ext cx="2437237" cy="2427717"/>
            <a:chOff x="0" y="0"/>
            <a:chExt cx="6502400" cy="647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8"/>
              <a:stretch>
                <a:fillRect l="-44363" t="0" r="-44363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06584" y="993088"/>
            <a:ext cx="12628818" cy="121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5"/>
              </a:lnSpc>
            </a:pPr>
            <a:r>
              <a:rPr lang="en-US" sz="86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Campaign Overview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91935" y="6289738"/>
            <a:ext cx="3196739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Total Ads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91935" y="6999489"/>
            <a:ext cx="3196739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{TotalAds}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78838" y="6350456"/>
            <a:ext cx="2792652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Ad Platform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71490" y="3061811"/>
            <a:ext cx="3527823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Total Spend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19535" y="3061811"/>
            <a:ext cx="4016925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 Period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19535" y="3723880"/>
            <a:ext cx="401692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{StartDate} - {EndDate}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71490" y="3767979"/>
            <a:ext cx="510584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{TotalSpend}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19535" y="4139178"/>
            <a:ext cx="4853967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({CampaignDurationDays} days)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71490" y="4139178"/>
            <a:ext cx="6316510" cy="79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 {CampaignBudget} budget • {BudgetUsedPct}% used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069633" y="6999489"/>
            <a:ext cx="4898628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{Objective}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069633" y="6289738"/>
            <a:ext cx="2455391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312890" y="-179448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72451" y="908552"/>
            <a:ext cx="12177482" cy="12177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929F">
                <a:alpha val="588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4914075">
            <a:off x="-6131755" y="-1086732"/>
            <a:ext cx="9643088" cy="9643088"/>
            <a:chOff x="0" y="0"/>
            <a:chExt cx="3331210" cy="333121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CDCAB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5192124" y="-3013072"/>
            <a:ext cx="9643088" cy="9643088"/>
            <a:chOff x="0" y="0"/>
            <a:chExt cx="3331210" cy="3331210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26066" y="-3136897"/>
            <a:ext cx="6123867" cy="61238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24255" y="9258300"/>
            <a:ext cx="1742109" cy="174210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2469517" y="2912564"/>
            <a:ext cx="2437237" cy="2427717"/>
            <a:chOff x="0" y="0"/>
            <a:chExt cx="6502400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32961" t="0" r="-3296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776693" y="2815515"/>
            <a:ext cx="2437237" cy="2427717"/>
            <a:chOff x="0" y="0"/>
            <a:chExt cx="6502400" cy="647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24597" t="0" r="-24597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078720" y="6119835"/>
            <a:ext cx="2437237" cy="2427717"/>
            <a:chOff x="0" y="0"/>
            <a:chExt cx="6502400" cy="647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-4945" t="-5190" r="-3911" b="-4152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4500160" y="1143000"/>
            <a:ext cx="9344583" cy="109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b="true" sz="8000" spc="25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Target Audience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31143" y="3258591"/>
            <a:ext cx="4016925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Gender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88876" y="3907624"/>
            <a:ext cx="401692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{TargetGender}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38319" y="3161543"/>
            <a:ext cx="4016925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Age Group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38319" y="3823612"/>
            <a:ext cx="401692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{TargetAgeGroup}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31360" y="6696890"/>
            <a:ext cx="4223153" cy="63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Interest (s)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31360" y="7441701"/>
            <a:ext cx="2391365" cy="38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2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{TargetInterests}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9965" y="-6717007"/>
            <a:ext cx="12177482" cy="121774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3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280122">
            <a:off x="8405702" y="-896313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0679818">
            <a:off x="8338698" y="-4665166"/>
            <a:ext cx="9643088" cy="9643088"/>
            <a:chOff x="0" y="0"/>
            <a:chExt cx="3331210" cy="333121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CDCABB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0730607">
            <a:off x="10187557" y="-3792844"/>
            <a:ext cx="9643088" cy="9643088"/>
            <a:chOff x="0" y="0"/>
            <a:chExt cx="3331210" cy="3331210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143158" y="8926033"/>
            <a:ext cx="2573650" cy="25736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97666" y="2178639"/>
            <a:ext cx="4105900" cy="60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13"/>
              </a:lnSpc>
            </a:pPr>
            <a:r>
              <a:rPr lang="en-US" b="true" sz="3581">
                <a:solidFill>
                  <a:srgbClr val="03989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({CampaignID})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4401" y="318005"/>
            <a:ext cx="13427002" cy="279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Campaign Performance Summary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6325" y="4390659"/>
            <a:ext cx="5692198" cy="1279298"/>
            <a:chOff x="0" y="0"/>
            <a:chExt cx="7589597" cy="1705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76920"/>
              <a:ext cx="1927586" cy="1628810"/>
            </a:xfrm>
            <a:custGeom>
              <a:avLst/>
              <a:gdLst/>
              <a:ahLst/>
              <a:cxnLst/>
              <a:rect r="r" b="b" t="t" l="l"/>
              <a:pathLst>
                <a:path h="1628810" w="1927586">
                  <a:moveTo>
                    <a:pt x="0" y="0"/>
                  </a:moveTo>
                  <a:lnTo>
                    <a:pt x="1927586" y="0"/>
                  </a:lnTo>
                  <a:lnTo>
                    <a:pt x="1927586" y="1628810"/>
                  </a:lnTo>
                  <a:lnTo>
                    <a:pt x="0" y="1628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233696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Impressions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233696" y="869054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{TotalImpressions}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6325" y="7035609"/>
            <a:ext cx="5692198" cy="1219929"/>
            <a:chOff x="0" y="0"/>
            <a:chExt cx="7589597" cy="16265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39626"/>
              <a:ext cx="1672671" cy="1586946"/>
            </a:xfrm>
            <a:custGeom>
              <a:avLst/>
              <a:gdLst/>
              <a:ahLst/>
              <a:cxnLst/>
              <a:rect r="r" b="b" t="t" l="l"/>
              <a:pathLst>
                <a:path h="1586946" w="1672671">
                  <a:moveTo>
                    <a:pt x="0" y="0"/>
                  </a:moveTo>
                  <a:lnTo>
                    <a:pt x="1672671" y="0"/>
                  </a:lnTo>
                  <a:lnTo>
                    <a:pt x="1672671" y="1586946"/>
                  </a:lnTo>
                  <a:lnTo>
                    <a:pt x="0" y="158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233696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CPM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233696" y="905605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{AverageCPM}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75527" y="4390659"/>
            <a:ext cx="5452399" cy="1210617"/>
            <a:chOff x="0" y="0"/>
            <a:chExt cx="7269866" cy="16141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43094"/>
              <a:ext cx="1478454" cy="1471062"/>
            </a:xfrm>
            <a:custGeom>
              <a:avLst/>
              <a:gdLst/>
              <a:ahLst/>
              <a:cxnLst/>
              <a:rect r="r" b="b" t="t" l="l"/>
              <a:pathLst>
                <a:path h="1471062" w="1478454">
                  <a:moveTo>
                    <a:pt x="0" y="0"/>
                  </a:moveTo>
                  <a:lnTo>
                    <a:pt x="1478454" y="0"/>
                  </a:lnTo>
                  <a:lnTo>
                    <a:pt x="1478454" y="1471062"/>
                  </a:lnTo>
                  <a:lnTo>
                    <a:pt x="0" y="1471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819795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Clicks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913966" y="893189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{TotalClicks}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53721" y="7035609"/>
            <a:ext cx="5428164" cy="1166357"/>
            <a:chOff x="0" y="0"/>
            <a:chExt cx="7237552" cy="15551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59563"/>
              <a:ext cx="1609164" cy="1307446"/>
            </a:xfrm>
            <a:custGeom>
              <a:avLst/>
              <a:gdLst/>
              <a:ahLst/>
              <a:cxnLst/>
              <a:rect r="r" b="b" t="t" l="l"/>
              <a:pathLst>
                <a:path h="1307446" w="1609164">
                  <a:moveTo>
                    <a:pt x="0" y="0"/>
                  </a:moveTo>
                  <a:lnTo>
                    <a:pt x="1609164" y="0"/>
                  </a:lnTo>
                  <a:lnTo>
                    <a:pt x="1609164" y="1307446"/>
                  </a:lnTo>
                  <a:lnTo>
                    <a:pt x="0" y="1307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868952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CTR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881652" y="834175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{CTR}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23737" y="7089181"/>
            <a:ext cx="5445088" cy="1256310"/>
            <a:chOff x="0" y="0"/>
            <a:chExt cx="7260117" cy="16750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88133"/>
              <a:ext cx="1672671" cy="1586946"/>
            </a:xfrm>
            <a:custGeom>
              <a:avLst/>
              <a:gdLst/>
              <a:ahLst/>
              <a:cxnLst/>
              <a:rect r="r" b="b" t="t" l="l"/>
              <a:pathLst>
                <a:path h="1586946" w="1672671">
                  <a:moveTo>
                    <a:pt x="0" y="0"/>
                  </a:moveTo>
                  <a:lnTo>
                    <a:pt x="1672671" y="0"/>
                  </a:lnTo>
                  <a:lnTo>
                    <a:pt x="1672671" y="1586946"/>
                  </a:lnTo>
                  <a:lnTo>
                    <a:pt x="0" y="1586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904217" y="-133350"/>
              <a:ext cx="5355900" cy="102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4429" b="true">
                  <a:solidFill>
                    <a:srgbClr val="03989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CPC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904217" y="834175"/>
              <a:ext cx="5355900" cy="72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0"/>
                </a:lnSpc>
              </a:pPr>
              <a:r>
                <a:rPr lang="en-US" b="true" sz="327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{AverageCPC}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074854" y="7220180"/>
            <a:ext cx="862854" cy="35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29">
                <a:solidFill>
                  <a:srgbClr val="03989E"/>
                </a:solidFill>
                <a:latin typeface="Poppins"/>
                <a:ea typeface="Poppins"/>
                <a:cs typeface="Poppins"/>
                <a:sym typeface="Poppins"/>
              </a:rPr>
              <a:t>(Avg.)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46281" y="7267735"/>
            <a:ext cx="862854" cy="35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29">
                <a:solidFill>
                  <a:srgbClr val="03989E"/>
                </a:solidFill>
                <a:latin typeface="Poppins"/>
                <a:ea typeface="Poppins"/>
                <a:cs typeface="Poppins"/>
                <a:sym typeface="Poppins"/>
              </a:rPr>
              <a:t>(Avg.)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39828" y="4487199"/>
            <a:ext cx="7594601" cy="75946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3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0834523" y="-2395660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414229" y="-1231377"/>
            <a:ext cx="12177482" cy="12177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3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63059" y="258733"/>
            <a:ext cx="13161882" cy="137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Campaign Performance</a:t>
            </a:r>
          </a:p>
        </p:txBody>
      </p:sp>
      <p:grpSp>
        <p:nvGrpSpPr>
          <p:cNvPr name="Group 10" id="10"/>
          <p:cNvGrpSpPr/>
          <p:nvPr/>
        </p:nvGrpSpPr>
        <p:grpSpPr>
          <a:xfrm rot="90672">
            <a:off x="-2707187" y="6761424"/>
            <a:ext cx="5801739" cy="5801739"/>
            <a:chOff x="0" y="0"/>
            <a:chExt cx="3331210" cy="3331210"/>
          </a:xfrm>
        </p:grpSpPr>
        <p:sp>
          <p:nvSpPr>
            <p:cNvPr name="Freeform 11" id="11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6746" y="9441892"/>
            <a:ext cx="4224448" cy="42244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61138" y="9795357"/>
            <a:ext cx="716822" cy="71682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9139238" y="2544779"/>
            <a:ext cx="0" cy="7013763"/>
          </a:xfrm>
          <a:prstGeom prst="line">
            <a:avLst/>
          </a:prstGeom>
          <a:ln cap="flat" w="9525">
            <a:solidFill>
              <a:srgbClr val="0398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6637128" y="8526062"/>
            <a:ext cx="2538589" cy="253858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34376" y="1908036"/>
            <a:ext cx="5193636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Spend by Ad Format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17400" y="1992954"/>
            <a:ext cx="5933630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Impressions by Ad Format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160022"/>
            <a:ext cx="7644107" cy="55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{SpendByAdFormatChart}</a:t>
            </a: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182334" y="3160022"/>
            <a:ext cx="7559190" cy="55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{ImpressionsByAdFormatChart}</a:t>
            </a: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39828" y="4487199"/>
            <a:ext cx="7594601" cy="75946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3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0834523" y="-2395660"/>
            <a:ext cx="11605211" cy="11039457"/>
          </a:xfrm>
          <a:custGeom>
            <a:avLst/>
            <a:gdLst/>
            <a:ahLst/>
            <a:cxnLst/>
            <a:rect r="r" b="b" t="t" l="l"/>
            <a:pathLst>
              <a:path h="11039457" w="11605211">
                <a:moveTo>
                  <a:pt x="0" y="0"/>
                </a:moveTo>
                <a:lnTo>
                  <a:pt x="11605211" y="0"/>
                </a:lnTo>
                <a:lnTo>
                  <a:pt x="11605211" y="11039457"/>
                </a:lnTo>
                <a:lnTo>
                  <a:pt x="0" y="1103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414229" y="-1231377"/>
            <a:ext cx="12177482" cy="121774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3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63059" y="258733"/>
            <a:ext cx="13161882" cy="137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Performing Ads</a:t>
            </a:r>
          </a:p>
        </p:txBody>
      </p:sp>
      <p:grpSp>
        <p:nvGrpSpPr>
          <p:cNvPr name="Group 10" id="10"/>
          <p:cNvGrpSpPr/>
          <p:nvPr/>
        </p:nvGrpSpPr>
        <p:grpSpPr>
          <a:xfrm rot="90672">
            <a:off x="-2707187" y="6761424"/>
            <a:ext cx="5801739" cy="5801739"/>
            <a:chOff x="0" y="0"/>
            <a:chExt cx="3331210" cy="3331210"/>
          </a:xfrm>
        </p:grpSpPr>
        <p:sp>
          <p:nvSpPr>
            <p:cNvPr name="Freeform 11" id="11"/>
            <p:cNvSpPr/>
            <p:nvPr/>
          </p:nvSpPr>
          <p:spPr>
            <a:xfrm flipH="tru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3331210" y="0"/>
                  </a:lnTo>
                  <a:cubicBezTo>
                    <a:pt x="1490980" y="0"/>
                    <a:pt x="0" y="1490980"/>
                    <a:pt x="0" y="3331210"/>
                  </a:cubicBezTo>
                  <a:lnTo>
                    <a:pt x="3331210" y="3331210"/>
                  </a:ln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6746" y="9441892"/>
            <a:ext cx="4224448" cy="42244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61138" y="9795357"/>
            <a:ext cx="716822" cy="71682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9139238" y="2544779"/>
            <a:ext cx="0" cy="7013763"/>
          </a:xfrm>
          <a:prstGeom prst="line">
            <a:avLst/>
          </a:prstGeom>
          <a:ln cap="flat" w="9525">
            <a:solidFill>
              <a:srgbClr val="0398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6637128" y="8526062"/>
            <a:ext cx="2538589" cy="253858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07324" y="1908036"/>
            <a:ext cx="4647739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Top 10 Ads by Spend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11145" y="1908036"/>
            <a:ext cx="5933630" cy="6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429" b="true">
                <a:solidFill>
                  <a:srgbClr val="03989E"/>
                </a:solidFill>
                <a:latin typeface="Poppins Bold"/>
                <a:ea typeface="Poppins Bold"/>
                <a:cs typeface="Poppins Bold"/>
                <a:sym typeface="Poppins Bold"/>
              </a:rPr>
              <a:t>Top 10 Ads by Impressions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160022"/>
            <a:ext cx="7067550" cy="55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{TopAdsBySpendChart}</a:t>
            </a: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182334" y="3160022"/>
            <a:ext cx="7076966" cy="55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{TopAdsByImpressionsChart}</a:t>
            </a: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  <a:p>
            <a:pPr algn="l">
              <a:lnSpc>
                <a:spcPts val="31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1213" y="-1363795"/>
            <a:ext cx="5114218" cy="51142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09284" y="1994700"/>
            <a:ext cx="12177482" cy="121774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929F">
                <a:alpha val="588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88068" y="-155486"/>
            <a:ext cx="13824023" cy="1382402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A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739156" y="-1539930"/>
            <a:ext cx="13824023" cy="1382402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1406823" y="2244375"/>
            <a:ext cx="6279943" cy="6255412"/>
            <a:chOff x="0" y="0"/>
            <a:chExt cx="6502400" cy="647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31660" t="0" r="-17763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370299" y="7684039"/>
            <a:ext cx="3148521" cy="31485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758003" y="7684039"/>
            <a:ext cx="1206187" cy="120618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3533459"/>
            <a:ext cx="6490869" cy="369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10"/>
              </a:lnSpc>
            </a:pPr>
            <a:r>
              <a:rPr lang="en-US" b="true" sz="1229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DAHHwGk75Sg</dc:identifier>
  <dcterms:modified xsi:type="dcterms:W3CDTF">2011-08-01T06:04:30Z</dcterms:modified>
  <cp:revision>1</cp:revision>
  <dc:title>Template Campaign with labels</dc:title>
</cp:coreProperties>
</file>